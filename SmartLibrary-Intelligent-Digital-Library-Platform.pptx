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SemiBold"/>
      <p:regular r:id="rId201315"/>
    </p:embeddedFont>
    <p:embeddedFont>
      <p:font typeface="Exo Bold"/>
      <p:regular r:id="rId201316"/>
    </p:embeddedFont>
    <p:embeddedFont>
      <p:font typeface="Fira Mono Medium"/>
      <p:regular r:id="rId201317"/>
    </p:embeddedFont>
    <p:embeddedFont>
      <p:font typeface="Fira Mono Bold"/>
      <p:regular r:id="rId201318"/>
    </p:embeddedFont>
    <p:embeddedFont>
      <p:font typeface="Fira Mono"/>
      <p:regular r:id="rId201319"/>
    </p:embeddedFont>
    <p:embeddedFont>
      <p:font typeface="Michroma"/>
      <p:regular r:id="rId201320"/>
    </p:embeddedFont>
    <p:embeddedFont>
      <p:font typeface="MuseoModerno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7572" y="1221422"/>
            <a:ext cx="698482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B.TECH COMPUTER SCIENCE AND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7572" y="1775547"/>
            <a:ext cx="6375241" cy="1002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8400" b="1" spc="-336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SmartLibrary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117572" y="2836609"/>
            <a:ext cx="637524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Intelligent Digital Library Platform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117572" y="3396655"/>
            <a:ext cx="159371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1117572" y="3652242"/>
            <a:ext cx="63752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Data Structures and Algorithms project for a B.Tech Computer Science and Engineering review.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7572" y="4373205"/>
            <a:ext cx="40376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572" y="4666853"/>
            <a:ext cx="4037606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Search · similarity · optimization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58373" y="4373205"/>
            <a:ext cx="213434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FORMAT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8373" y="4666853"/>
            <a:ext cx="213434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Java · CSV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48828" y="4370983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86422"/>
            <a:ext cx="426709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78642"/>
            <a:ext cx="3784505" cy="190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Why library search needs more than keywords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09585" y="2990255"/>
            <a:ext cx="94602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20442"/>
            <a:ext cx="3784505" cy="1994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keyword search can miss useful documents when queries contain typing mistakes.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Large collections need efficient searching and organization.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Comparing related research documents takes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10065" y="586422"/>
            <a:ext cx="67816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RESPONSE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10065" y="878642"/>
            <a:ext cx="617204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One platform, many algorithm demonstrations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5410065" y="2039144"/>
            <a:ext cx="154301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10" name="Text 8"/>
          <p:cNvSpPr/>
          <p:nvPr/>
        </p:nvSpPr>
        <p:spPr>
          <a:xfrm>
            <a:off x="5410065" y="2294731"/>
            <a:ext cx="6172046" cy="97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SmartLibrary aims to combine search, similarity, optimization, graph, approximation, randomized, and parallel algorithm demonstrations.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10065" y="5562600"/>
            <a:ext cx="1307075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2" name="Text 10"/>
          <p:cNvSpPr/>
          <p:nvPr/>
        </p:nvSpPr>
        <p:spPr>
          <a:xfrm>
            <a:off x="5524362" y="5643563"/>
            <a:ext cx="16880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72286" y="5562600"/>
            <a:ext cx="1714953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583" y="5643563"/>
            <a:ext cx="20959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10065" y="6019800"/>
            <a:ext cx="132424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6" name="Text 14"/>
          <p:cNvSpPr/>
          <p:nvPr/>
        </p:nvSpPr>
        <p:spPr>
          <a:xfrm>
            <a:off x="5524362" y="6100763"/>
            <a:ext cx="17052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GRAPHS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72286" y="6019800"/>
            <a:ext cx="108870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583" y="6100763"/>
            <a:ext cx="14696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From CSV records to console results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menu selection moves through the data layer, the document model, and the selected algorithm.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372320"/>
            <a:ext cx="8037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2639020"/>
            <a:ext cx="2514537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773704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User selects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233738"/>
            <a:ext cx="251453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Operation from the Java menu.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8914" y="2372320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28914" y="2639020"/>
            <a:ext cx="2514537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2773704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DatasetLoader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28914" y="3233738"/>
            <a:ext cx="251453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Reads the CSV dataset.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48244" y="2372320"/>
            <a:ext cx="8441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8244" y="2639020"/>
            <a:ext cx="2514537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2773704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Document objects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48244" y="3233738"/>
            <a:ext cx="2514537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ID, title, author, publication year, abstract, keywords, and citation count.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67573" y="2372320"/>
            <a:ext cx="8496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67573" y="2639020"/>
            <a:ext cx="2514537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573" y="2773704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Algorithm modules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67573" y="3233738"/>
            <a:ext cx="251453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selected algorithm processes the input.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5" y="5684282"/>
            <a:ext cx="109725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ARCHITECTURE 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585" y="5977930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CSV Dataset → DatasetLoader → Document Objects → Algorithm Modules → Console Output.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86422"/>
            <a:ext cx="406389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QUERY ROUTING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78642"/>
            <a:ext cx="3632109" cy="190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Query routing connects each question to the right technique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09585" y="2990255"/>
            <a:ext cx="90792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45842"/>
            <a:ext cx="363210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Accept a query from the user, then route it by intent.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237301"/>
            <a:ext cx="406389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DESIGN BOUNDARY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5594449"/>
            <a:ext cx="3632109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TextHack is a proposed design or future enhancement unless it exists in the implementation.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83068" y="609600"/>
            <a:ext cx="7150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83068" y="976059"/>
            <a:ext cx="238754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User query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83068" y="1436092"/>
            <a:ext cx="238754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Accept a query from the user.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94570" y="609600"/>
            <a:ext cx="7779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94570" y="976059"/>
            <a:ext cx="238754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Keyword search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94570" y="1436092"/>
            <a:ext cx="23875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Send keyword searches to string-matching algorithms.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83068" y="4191000"/>
            <a:ext cx="7756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283068" y="4557459"/>
            <a:ext cx="238754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Similarity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83068" y="5017492"/>
            <a:ext cx="23875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Send similarity requests to edit-distance or sequence-alignment methods.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94570" y="4191000"/>
            <a:ext cx="7839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94570" y="4557459"/>
            <a:ext cx="238754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94570" y="5017492"/>
            <a:ext cx="23875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Send optimization requests to the relevant algorithm demonstration.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SEARCH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String matching turns document text into searchable evidence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20131"/>
          <a:ext cx="10972526" cy="914400"/>
        </p:xfrm>
        <a:graphic>
          <a:graphicData uri="http://schemas.openxmlformats.org/drawingml/2006/table">
            <a:tbl>
              <a:tblPr/>
              <a:tblGrid>
                <a:gridCol w="2799585"/>
                <a:gridCol w="4416315"/>
                <a:gridCol w="3045245"/>
                <a:gridCol w="355591"/>
                <a:gridCol w="355790"/>
              </a:tblGrid>
              <a:tr h="398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TECHNIQUE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WHAT IT DEMONSTRATES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STATUS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Naive matching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Simple comparison baseline.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Baseline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KMP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Prefix table avoids repeated comparisons.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Pattern search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Z Algorithm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Z-array identifies pattern matches.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Pattern search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Rabin–Karp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Rolling hashes compare candidate matches.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Hash-based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Aho–Corasick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Trie and failure links search multiple patterns.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Multi-pattern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6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Suffix Array and LCP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Indexed search and common-prefix analysis.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Indexed search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746687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Advanced or conceptual unless verified as implemented: suffix trees, suffix automata, and SA-IS.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35622"/>
            <a:ext cx="426709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DOCUMENT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27842"/>
            <a:ext cx="3809905" cy="14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Edit distance explains how documents differ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09585" y="2463899"/>
            <a:ext cx="95247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19487"/>
            <a:ext cx="3809905" cy="231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Levenshtein distance counts insertions, deletions, and substitutions.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Damerau–Levenshtein also considers adjacent-character transpositions.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Needleman–Wunsch performs global sequence alignment.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Smith–Waterman finds the best local sequence alignment.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262701"/>
            <a:ext cx="426709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ALSO DEMONSTRATED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5619849"/>
            <a:ext cx="3809905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Matrix Chain Multiplication, Optimal Binary Search Tree, and Bitmask TSP use dynamic programming for optimization.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59266" y="535622"/>
            <a:ext cx="683242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SMALL TRANSFORMATION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9266" y="794345"/>
            <a:ext cx="627364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CAT → CUT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359266" y="1356320"/>
            <a:ext cx="683242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One substitution changes the middle character.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9266" y="1777504"/>
          <a:ext cx="6273643" cy="914400"/>
        </p:xfrm>
        <a:graphic>
          <a:graphicData uri="http://schemas.openxmlformats.org/drawingml/2006/table">
            <a:tbl>
              <a:tblPr/>
              <a:tblGrid>
                <a:gridCol w="1568411"/>
                <a:gridCol w="1568411"/>
                <a:gridCol w="1568411"/>
                <a:gridCol w="1568411"/>
              </a:tblGrid>
              <a:tr h="398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C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U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T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0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2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C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0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A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2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6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T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3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2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359266" y="4282119"/>
            <a:ext cx="683242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Dynamic-programming table for the Levenshtein distance between CAT and CUT.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FLOW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Graphs reveal flow, bottlenecks, and assignments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Frame these as algorithm demonstrations unless the project actually models library traffic or resources.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71465"/>
            <a:ext cx="5689458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952764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Minimum Cut exposes a bottleneck; Bipartite Matching assigns compatible resources and tasks.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PRACTICAL APPROXIMATION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Approximation makes hard graph problems practical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44576"/>
            <a:ext cx="5531406" cy="31114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5082977"/>
            <a:ext cx="5333867" cy="1138238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7" name="Text 4"/>
          <p:cNvSpPr/>
          <p:nvPr/>
        </p:nvSpPr>
        <p:spPr>
          <a:xfrm>
            <a:off x="838179" y="5262999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SAT / 3-SAT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8179" y="5556647"/>
            <a:ext cx="510527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Illustrate Boolean satisfiability problems.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48244" y="5082977"/>
            <a:ext cx="5333867" cy="1138238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0" name="Text 7"/>
          <p:cNvSpPr/>
          <p:nvPr/>
        </p:nvSpPr>
        <p:spPr>
          <a:xfrm>
            <a:off x="6476838" y="5262999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BOUNDARY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76838" y="5556647"/>
            <a:ext cx="4876678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 not claim SAT solvers or formal reductions are implemented unless verified in source code.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70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SCALABLE IDEAS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5992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Randomization and parallelism show scalable ideas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2841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539776"/>
            <a:ext cx="5333867" cy="275054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1643598"/>
            <a:ext cx="502907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RANDOMIZED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377" y="1902321"/>
            <a:ext cx="472428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Adapt as uncertainty grows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377" y="2464296"/>
            <a:ext cx="4724282" cy="1724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Randomized QuickSort reduces the chance of consistently poor pivot choices.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Miller–Rabin provides probabilistic primality testing.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Reservoir Sampling selects k items from a stream whose total size may be unknown.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8244" y="1539776"/>
            <a:ext cx="5333867" cy="275054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1643598"/>
            <a:ext cx="502907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PARALLEL CONCEPTS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3036" y="1902321"/>
            <a:ext cx="472428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Split work, then combine it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53036" y="2464296"/>
            <a:ext cx="4724282" cy="113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Parallel Reduction combines values across workers.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Parallel Prefix Scan computes cumulative results such as prefix sums.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468118"/>
            <a:ext cx="10972526" cy="11926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9585" y="5840051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Parallel algorithms are clearly labelled implemented or conceptual depending on the actual code.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86422"/>
            <a:ext cx="787380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SMARTLIBRARY · JAVA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0383" y="878642"/>
            <a:ext cx="7569011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SmartLibrary brings many DSA ideas into one Java project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60383" y="2039144"/>
            <a:ext cx="1892253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294731"/>
            <a:ext cx="7569011" cy="14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Loads document records from a CSV dataset; provides a menu-based way to test algorithm demonstrations.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Connects text search, text similarity, graph optimization, approximation, randomized methods, and parallel concepts; uses Java, Eclipse IDE, and CSV as the stated implementation environment.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83" y="3877905"/>
            <a:ext cx="787380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83" y="4235053"/>
            <a:ext cx="7569011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GUI or web app, database storage, advanced indexes, autocomplete, semantic search, ranking, and larger-scale benchmarking.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83" y="5907941"/>
            <a:ext cx="7569011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Thank You – Questions?</a:t>
            </a:r>
            <a:endParaRPr lang="en-US" sz="3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2026-10-16T04:44:33Z</dcterms:created>
  <dcterms:modified xsi:type="dcterms:W3CDTF">2026-10-16T04:44:33Z</dcterms:modified>
</cp:coreProperties>
</file>